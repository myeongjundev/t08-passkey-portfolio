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T08은 T01 소개 페이지에 패스키 잠금을 붙인 과제다. 비밀번호는 어디에도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과제가 요구하는 네 가지 성질을 먼저 요약한다.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요청은 콜드스타트로 몇 초 걸릴 수 있다. 제출 직전에 한 번 열어 두면 대기 화면 없이 열린다.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691640" cy="274320"/>
          </a:xfrm>
          <a:prstGeom prst="rect">
            <a:avLst/>
          </a:prstGeom>
          <a:solidFill>
            <a:srgbClr val="C8F0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F3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PASSKEY ONLY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3F0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비밀번호를 없애고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3F0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패스키로 잠갔습니다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F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T08 · 내 소개 페이지에 패스키 달기 — 증거 모음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4343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47개 전부 충족 · 테스트 50개 통과 · 비밀번호 입력 칸 0개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5120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t08-passkey-portfolio.vercel.app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github.com/myeongjundev/t08-passkey-portfolio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76895" y="5989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2026-09-11 · myeongjundev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solidFill>
            <a:srgbClr val="1F3C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7724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장으로 보는 결과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002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소개는 누구나, 비공개 자리는 패스키를 가진 기기만.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329184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377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47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182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전부 충족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194560"/>
            <a:ext cx="329184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77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182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테스트 통과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2194560"/>
            <a:ext cx="329184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2377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3182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입력 칸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41148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기기를 떠나지 않습니다. 서버는 공개키·credential ID·sign counter만 저장합니다.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681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질문(challenge)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468172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만들고 서버가 들고 있다가, 한 번 쓰면 버립니다.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52486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해제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52486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기기의 지문 인증입니다. 지문 데이터는 서버로 오지 않습니다.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58155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분실 대비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581558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패스키를 두 개 등록할 수 있고, 마지막 하나는 지워지지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solidFill>
            <a:srgbClr val="1F3C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 C11 C13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7724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화면은 공개 소개입니다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002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심사하는 사람이 아무것도 등록하지 않아도 열립니다. T01에서 만든 소개가 그대로 남아 있습니다.</a:t>
            </a:r>
            <a:endParaRPr lang="en-US" sz="1350" dirty="0"/>
          </a:p>
        </p:txBody>
      </p:sp>
      <p:pic>
        <p:nvPicPr>
          <p:cNvPr id="6" name="Image 0" descr="C:\Users\user\AppData\Local\Temp\claude\C--gov-SKT-ALEPH\cf4dd2c2-cb26-4d3f-b130-1daf6ea3bd70\scratchpad\shots\01-public-first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676656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2148840"/>
            <a:ext cx="370332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2359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화면에서 바로 보이는 것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788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소개 — 이름·기술·프로젝트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PASSKEY ONLY 띠 — 잠긴 자리가 있다는 사실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등록·로그인 없이 열림 (HTTP 200)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비공개 내용은 본문에 없음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983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패스키가 이 과제의 본체라, 입구를 첫 화면으로 올렸습니다.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https://t08-passkey-portfolio.vercel.app/  ·  2026-09-11 캡처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solidFill>
            <a:srgbClr val="C8F0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F3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7724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0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공개는 여기까지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002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내용을 다 보여 준 뒤에 경계를 긋습니다. 그다음은 패스키입니다.</a:t>
            </a:r>
            <a:endParaRPr lang="en-US" sz="1350" dirty="0"/>
          </a:p>
        </p:txBody>
      </p:sp>
      <p:pic>
        <p:nvPicPr>
          <p:cNvPr id="6" name="Image 0" descr="C:\Users\user\AppData\Local\Temp\claude\C--gov-SKT-ALEPH\cf4dd2c2-cb26-4d3f-b130-1daf6ea3bd70\scratchpad\shots\02-public-private-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676656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2148840"/>
            <a:ext cx="3703320" cy="3703320"/>
          </a:xfrm>
          <a:prstGeom prst="roundRect">
            <a:avLst>
              <a:gd name="adj" fmla="val 988"/>
            </a:avLst>
          </a:prstGeom>
          <a:solidFill>
            <a:srgbClr val="1E2219"/>
          </a:solidFill>
          <a:ln w="12700">
            <a:solidFill>
              <a:srgbClr val="3A44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2359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경계를 두 번 알립니다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788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화면의 PASSKEY ONLY 띠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내용이 끝나는 자리의 05 섹션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9776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“공개 소개는 여기까지”는 공개 내용을 다 보여 준 뒤에야 뜻이 섭니다. 그래서 05 섹션을 옮기지 않고 입구를 하나 더 만들었습니다.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https://t08-passkey-portfolio.vercel.app/#private-boundary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solidFill>
            <a:srgbClr val="1F3C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7724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비밀번호를 입력하는 칸이 없습니다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002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이름과 패스키 이름만 받고, 잠금은 기기의 지문이 엽니다.</a:t>
            </a:r>
            <a:endParaRPr lang="en-US" sz="1350" dirty="0"/>
          </a:p>
        </p:txBody>
      </p:sp>
      <p:pic>
        <p:nvPicPr>
          <p:cNvPr id="6" name="Image 0" descr="C:\Users\user\AppData\Local\Temp\claude\C--gov-SKT-ALEPH\cf4dd2c2-cb26-4d3f-b130-1daf6ea3bd70\scratchpad\shots\03-access-no-password-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676656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2148840"/>
            <a:ext cx="370332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userVerification: required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81635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등록과 로그인 options 양쪽에 걸려 있고, 서버 검증에서도 다시 강제합니다. 지문을 거치지 않아 UV 플래그가 꺼진 응답은 서명이 맞아도 거절됩니다.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526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지문 자체는 기기를 벗어나지 않습니다. 서버에 생체정보는 저장되지 않습니다.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WebAuthnController:141 · PasskeyController:76 · WebAuthnVerificationAdapter:77,147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solidFill>
            <a:srgbClr val="C8F0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F3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C16 C17 C18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7724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0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잠겨 있는지, 요청과 응답으로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002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막았다는 말 대신 실제 응답을 냅니다. 프로덕션에서 그대로 받은 기록입니다.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3291840" cy="3154680"/>
          </a:xfrm>
          <a:prstGeom prst="roundRect">
            <a:avLst>
              <a:gd name="adj" fmla="val 1159"/>
            </a:avLst>
          </a:prstGeom>
          <a:solidFill>
            <a:srgbClr val="1E2219"/>
          </a:solidFill>
          <a:ln w="12700">
            <a:solidFill>
              <a:srgbClr val="3A4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F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미인증 · 비공개 페이지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61488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.../private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HTTP/1.1 401 Unauthorized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no-store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{"error":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"passkey_session_required"}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43400" y="2240280"/>
            <a:ext cx="3291840" cy="3154680"/>
          </a:xfrm>
          <a:prstGeom prst="roundRect">
            <a:avLst>
              <a:gd name="adj" fmla="val 1159"/>
            </a:avLst>
          </a:prstGeom>
          <a:solidFill>
            <a:srgbClr val="1E2219"/>
          </a:solidFill>
          <a:ln w="12700">
            <a:solidFill>
              <a:srgbClr val="3A44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F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미인증 · 비공개 API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61488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.../api/private-items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HTTP/1.1 401 Unauthorized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no-store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{"error":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"passkey_session_required"}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01000" y="2240280"/>
            <a:ext cx="3291840" cy="3154680"/>
          </a:xfrm>
          <a:prstGeom prst="roundRect">
            <a:avLst>
              <a:gd name="adj" fmla="val 1159"/>
            </a:avLst>
          </a:prstGeom>
          <a:solidFill>
            <a:srgbClr val="1E2219"/>
          </a:solidFill>
          <a:ln w="12700">
            <a:solidFill>
              <a:srgbClr val="3A44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F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첫 화면 · 유출 여부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761488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-o /dev/null -w '%{http_code}' .../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-s .../ |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grep -c '합성 프로젝트|...'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7DD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5577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F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거절은 401입니다. 화면에서만 감춘 것이 아니라 서버가 내려 주지 않습니다.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2026-09-11 프로덕션 · 세션·토큰이 애초에 발급되지 않은 요청입니다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solidFill>
            <a:srgbClr val="1F3C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C19 ~ C23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7724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등록할 때 무엇이 오가나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002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서버는 질문을 만들고, 기기는 열쇠 한 쌍을 만들어 공개키만 돌려줍니다.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2240280"/>
            <a:ext cx="566928" cy="566928"/>
          </a:xfrm>
          <a:prstGeom prst="ellipse">
            <a:avLst/>
          </a:prstGeom>
          <a:solidFill>
            <a:srgbClr val="1F3C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585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질문을 만든다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58775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요청마다 다른 난수 challenge를 만들고, 확인할 때까지 서버가 들고 있습니다.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3246120"/>
            <a:ext cx="566928" cy="566928"/>
          </a:xfrm>
          <a:prstGeom prst="ellipse">
            <a:avLst/>
          </a:prstGeom>
          <a:solidFill>
            <a:srgbClr val="1F3C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2644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기기가 열쇠를 만든다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59359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개인키는 기기의 보안 하드웨어에 남고, 밖으로 나오지 않습니다.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" y="4251960"/>
            <a:ext cx="566928" cy="566928"/>
          </a:xfrm>
          <a:prstGeom prst="ellipse">
            <a:avLst/>
          </a:prstGeom>
          <a:solidFill>
            <a:srgbClr val="1F3C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2702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공개키와 서명만 간다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59943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요청 본문에 개인키는 없습니다. 공개키·credential ID·서명뿐입니다.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5257800"/>
            <a:ext cx="566928" cy="566928"/>
          </a:xfrm>
          <a:prstGeom prst="ellipse">
            <a:avLst/>
          </a:prstGeom>
          <a:solidFill>
            <a:srgbClr val="1F3C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5257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52760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확인하고 저장한다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60527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한 번 쓰면 버려집니다. 저장되는 것은 공개키입니다.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01000" y="2240280"/>
            <a:ext cx="3520440" cy="365760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5320" y="24505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 저장되는 것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285292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71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key (COSE)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71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 ID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71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 counter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71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 상태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71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등록 시각 · 별칭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4348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저장되지 않는 것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8463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E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개인키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E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비밀번호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E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생체정보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CeremonyService · WebAuthnVerificationAdapter · AccountRegistrationService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solidFill>
            <a:srgbClr val="C8F0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F3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C26 C43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7724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0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위치를 화면이 말합니다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002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저장됐는지 확인하려고 기기 설정을 열 필요가 없습니다.</a:t>
            </a:r>
            <a:endParaRPr lang="en-US" sz="1350" dirty="0"/>
          </a:p>
        </p:txBody>
      </p:sp>
      <p:pic>
        <p:nvPicPr>
          <p:cNvPr id="6" name="Image 0" descr="C:\Users\user\AppData\Local\Temp\claude\C--gov-SKT-ALEPH\cf4dd2c2-cb26-4d3f-b130-1daf6ea3bd70\scratchpad\shots\c-bad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40280"/>
            <a:ext cx="10835640" cy="21214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46634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동기화됨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5029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계정에 백업됩니다. 기기를 바꿔도 따라옵니다.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382512" y="46634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기기 / 보안 키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382512" y="5029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만들어졌는지. 두 패스키를 구분할 근거가 됩니다.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5760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4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응답이 주는 backupEligible과 transports를 그대로 옮긴 값입니다. 인증기를 설명하는 값이지 키가 아니므로 비밀이 아닙니다.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solidFill>
            <a:srgbClr val="1F3C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C42 ~ C45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7724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기기를 잃어버렸을 때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002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패스키를 두 개 등록하고, 하나를 지운 뒤에도 들어갑니다.</a:t>
            </a:r>
            <a:endParaRPr lang="en-US" sz="1350" dirty="0"/>
          </a:p>
        </p:txBody>
      </p:sp>
      <p:pic>
        <p:nvPicPr>
          <p:cNvPr id="6" name="Image 0" descr="C:\Users\user\AppData\Local\Temp\claude\C--gov-SKT-ALEPH\cf4dd2c2-cb26-4d3f-b130-1daf6ea3bd70\scratchpad\shots\08-two-passke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40280"/>
            <a:ext cx="3291840" cy="22128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45902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두 개 등록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956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휴대폰 · 예비 보안 키</a:t>
            </a:r>
            <a:endParaRPr lang="en-US" sz="1150" dirty="0"/>
          </a:p>
        </p:txBody>
      </p:sp>
      <p:pic>
        <p:nvPicPr>
          <p:cNvPr id="9" name="Image 1" descr="C:\Users\user\AppData\Local\Temp\claude\C--gov-SKT-ALEPH\cf4dd2c2-cb26-4d3f-b130-1daf6ea3bd70\scratchpad\shots\09-after-deleting-fir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240280"/>
            <a:ext cx="3291840" cy="22128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43400" y="45902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하나 삭제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343400" y="4956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휴대폰을 지웠습니다</a:t>
            </a:r>
            <a:endParaRPr lang="en-US" sz="1150" dirty="0"/>
          </a:p>
        </p:txBody>
      </p:sp>
      <p:pic>
        <p:nvPicPr>
          <p:cNvPr id="12" name="Image 2" descr="C:\Users\user\AppData\Local\Temp\claude\C--gov-SKT-ALEPH\cf4dd2c2-cb26-4d3f-b130-1daf6ea3bd70\scratchpad\shots\11-login-with-remaining-pass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240280"/>
            <a:ext cx="3291840" cy="22128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01000" y="45902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남은 것으로 로그인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001000" y="4956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 보안 키로 통과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713232" y="5532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지운 패스키로는 더 이상 들어갈 수 없습니다. 남은 하나로는 그대로 들어갑니다.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로컬 인스턴스 · 가상 인증기로 실제 등록·삭제·로그인을 수행한 화면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solidFill>
            <a:srgbClr val="C8F0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F3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C46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7724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0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패스키는 지워지지 않습니다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002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하나까지 지울 수 있으면 그 순간 계정을 되찾을 방법이 사라집니다.</a:t>
            </a:r>
            <a:endParaRPr lang="en-US" sz="1350" dirty="0"/>
          </a:p>
        </p:txBody>
      </p:sp>
      <p:pic>
        <p:nvPicPr>
          <p:cNvPr id="6" name="Image 0" descr="C:\Users\user\AppData\Local\Temp\claude\C--gov-SKT-ALEPH\cf4dd2c2-cb26-4d3f-b130-1daf6ea3bd70\scratchpad\shots\c-last-refu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31720"/>
            <a:ext cx="10835640" cy="21214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409 · final_passkey_required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513892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화면에는 “마지막 패스키는 삭제할 수 없습니다. 먼저 다른 패스키를 등록하세요.”가 나옵니다. 이 시스템에는 비밀번호도 이메일 복구도 없기 때문입니다.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solidFill>
            <a:srgbClr val="1F3C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7724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열리는 것을 확인한 기록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002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통과한 요청과 막힌 요청을 나란히 냅니다.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32104" y="2194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21945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통과한 요청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2194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막힌 요청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573768" y="21945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증거 파일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606040"/>
            <a:ext cx="108356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" y="2752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없이 열기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27523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세션의 조회 → 200, 3건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7523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무세션 요청 → 401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573768" y="27523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01-public-private-boundary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3474720"/>
            <a:ext cx="108356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36210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패스키로 열기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685032" y="36210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패스키로 A 자료 → 200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36210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A→B, B→A → 동일한 404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573768" y="362102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08-cross-account-isolation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4343400"/>
            <a:ext cx="108356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" y="44897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쓴 질문 재사용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685032" y="44897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검증된 assertion → 200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44897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 재사용 → 400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573768" y="448970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06-passkey-authentication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" y="5212080"/>
            <a:ext cx="108356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" y="53583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뒤 로그인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685032" y="53583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예비 키 → 성공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53583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지운 기기 키 → 거절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573768" y="535838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07-second-passkey-recovery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전문은 소스 저장소 docs/evidence/ 에 있습니다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solidFill>
            <a:srgbClr val="C8F0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F3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7724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0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못 막은 것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002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없다고 적지 않았습니다. 실기기에서 관측한 것까지 그대로 남깁니다.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46304" cy="146304"/>
          </a:xfrm>
          <a:prstGeom prst="ellipse">
            <a:avLst/>
          </a:prstGeom>
          <a:solidFill>
            <a:srgbClr val="EE6B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240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등록에 초대·승인이 없어 자동 계정 생성을 악용할 수 있습니다.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953512"/>
            <a:ext cx="146304" cy="146304"/>
          </a:xfrm>
          <a:prstGeom prst="ellipse">
            <a:avLst/>
          </a:prstGeom>
          <a:solidFill>
            <a:srgbClr val="EE6B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8620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패스키 기기를 잃으면 비밀번호·이메일 복구가 없어 계정을 되찾을 수 없습니다.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575304"/>
            <a:ext cx="146304" cy="146304"/>
          </a:xfrm>
          <a:prstGeom prst="ellipse">
            <a:avLst/>
          </a:prstGeom>
          <a:solidFill>
            <a:srgbClr val="EE6B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4838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동기화형 패스키가 sign counter를 늘 0으로 보고하면 복제 의심 신호를 얻기 어렵습니다.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197096"/>
            <a:ext cx="146304" cy="146304"/>
          </a:xfrm>
          <a:prstGeom prst="ellipse">
            <a:avLst/>
          </a:prstGeom>
          <a:solidFill>
            <a:srgbClr val="EE6B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10565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저장소가 중단되면 로그인 상태를 확인할 수 없어 비공개 접근도 실패합니다.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818888"/>
            <a:ext cx="146304" cy="146304"/>
          </a:xfrm>
          <a:prstGeom prst="ellipse">
            <a:avLst/>
          </a:prstGeom>
          <a:solidFill>
            <a:srgbClr val="EE6B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47274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직후 비공개 화면 첫 요청이 간헐적으로 500이 됩니다. 원인 미확정.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486400"/>
            <a:ext cx="10835640" cy="777240"/>
          </a:xfrm>
          <a:prstGeom prst="roundRect">
            <a:avLst>
              <a:gd name="adj" fmla="val 4706"/>
            </a:avLst>
          </a:prstGeom>
          <a:solidFill>
            <a:srgbClr val="1E2219"/>
          </a:solidFill>
          <a:ln w="12700">
            <a:solidFill>
              <a:srgbClr val="3A44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6144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항목은 2026-09-11 실물 휴대폰 등록에서 한 번 관측했습니다. 등록은 이미 커밋된 뒤라 데이터는 정상이고 새로고침하면 열립니다. 원인을 확정하지 못했으므로 고쳤다고 적지 않고, 실패를 읽을 수 있는 화면을 주는 데까지 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solidFill>
            <a:srgbClr val="1F3C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7724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47개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002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9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다섯 장의 기준을 전부 충족했습니다.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2084832" cy="23774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카드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6974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공개와 비공개를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가른다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35478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6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 ~ C18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16936" y="2194560"/>
            <a:ext cx="2084832" cy="23774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18104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카드 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118104" y="26974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패스키를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등록한다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118104" y="35478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3118104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C19 ~ C26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48072" y="2194560"/>
            <a:ext cx="2084832" cy="23774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카드 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6974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패스키로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들어간다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5478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9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C27 ~ C35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79208" y="2194560"/>
            <a:ext cx="2084832" cy="23774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0376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카드 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580376" y="26974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기기를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잃어버렸을 때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580376" y="35478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5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7580376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C42 ~ C46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610344" y="2194560"/>
            <a:ext cx="2084832" cy="23774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11512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카드 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811512" y="26974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확인하고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설명서를 쓴다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811512" y="35478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19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9811512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C01~C12, C36~C53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" y="4846320"/>
            <a:ext cx="1083564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9E4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5840" y="5074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47</a:t>
            </a:r>
            <a:endParaRPr lang="en-US" sz="320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5120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1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 항목 없음. 마지막까지 남아 있던 C26(저장 위치)은 2026-09-11 실물 휴대폰 등록으로 닫았습니다. 항목별 상태와 증거 파일은 소스 저장소의 T08-ACCEPTANCE-MATRIX.md에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1691640" cy="274320"/>
          </a:xfrm>
          <a:prstGeom prst="rect">
            <a:avLst/>
          </a:prstGeom>
          <a:solidFill>
            <a:srgbClr val="C8F0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F3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CHECK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0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확인 방법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874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0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어디로 가나요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8745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URL 첫 화면에서 “나만의 공간”으로 이동합니다.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0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단계 안에 무엇을 하나요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7889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이름 입력 → 패스키 만들기(지문) → 비공개 자료 3건 확인.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703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0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보이면 통과인가요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7033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지문 창이 뜨고, 통과 후 패스키 이름·등록일·저장 위치와 합성 자료가 보입니다.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617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0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될 때는 무엇이 보이나요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46177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DD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취소·검증 실패 안내, 또는 미인증 요청의 401 응답이 보입니다.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56692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결과물   t08-passkey-portfolio.vercel.app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8F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소스       github.com/myeongjundev/t08-passkey-portfolio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T08 패스키 증거</dc:title>
  <dc:subject>PptxGenJS Presentation</dc:subject>
  <dc:creator>myeongjundev</dc:creator>
  <cp:lastModifiedBy>myeongjundev</cp:lastModifiedBy>
  <cp:revision>1</cp:revision>
  <dcterms:created xsi:type="dcterms:W3CDTF">2026-09-11T05:17:03Z</dcterms:created>
  <dcterms:modified xsi:type="dcterms:W3CDTF">2026-09-11T05:17:03Z</dcterms:modified>
</cp:coreProperties>
</file>